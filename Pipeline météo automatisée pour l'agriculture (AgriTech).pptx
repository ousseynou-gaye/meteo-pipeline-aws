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2B5A2-3A1F-08A3-5A07-B83CF72A6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C51EA8-67D4-59DF-3AB6-887DF2D6C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94E77F-69CB-D16E-4BCB-9CF54E19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9DBC3-BDBB-9C7C-FE86-FF85D9B2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D1993C-27DA-61A1-3EAD-4B711C87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7395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AEAC-C240-FE9C-DE90-80FC6408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513829-D9C4-2176-B006-DFD12BC42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6BEC13-E371-A632-CF86-795E59F0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F413E3-99AA-C5AB-B8E5-EBA3421A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9B192C-7BC3-03A8-3F2D-D5B6ADA4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003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89B4D-BCA8-3721-62AD-C87C104E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4D357B-8F16-38F0-5D8E-4600E7AE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45BBD-EFF9-5D49-3EDC-DA1D7EC5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E6AD0F-A9BE-4DCA-F6DB-B3614676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79DF62-7868-8882-18EE-5B5AA365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18280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E3E30-C5D7-EDBA-7DDD-23AD9DD3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5EF33-67A4-9168-F73A-8D4F5B323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AA103D-AD68-B38B-A9F5-6F40D637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360F17-D908-6FB4-8606-A2B0DCD0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2DC0C6-8304-0AC9-D786-EC21EBA4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063629-7AE1-A7BE-7D1A-28936FB6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92971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59C84-1FE1-2BFD-33E3-02C1DE5A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CDB65-B9A9-F3E0-A645-B09916888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60367A-FCB8-1844-66F6-ED22248F7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451CAA-3A2D-A59E-3E70-FE3B0F338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82B9BA-8E21-7262-3A35-CBBF6D5E5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D3F00E-48BA-D34E-0C8C-712FF99C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9D9F5F-7DF4-015B-45E7-2C39CC2B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449FA2-368C-3F0F-D446-C583E2E1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5768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2289D-D1A5-E412-ECC3-21B68D53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C7D64A-B172-E031-9F5C-1255B60B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D8D00F-0F1B-CC17-3F2D-63CBAB65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4429FB-B0C1-72BB-500B-7AF581A6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84389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C551329-ECC2-A423-046B-889AB456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9911974-8784-942E-4507-129AF551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704EC0-851C-8288-9710-7BEF39B4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3684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A2C01-3CD2-6EAE-82BB-9F7BEF6C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49BBA-6DCE-2148-DC79-48EEB00D1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1E5863-F9A5-EE55-F9B3-9D8E70A5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67A46F-61E3-DF8A-AA65-7BE49DA0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9EFA26-3391-EBD3-D6FB-1629A641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375007-D1F7-3605-B9D2-D31B3CDB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6154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E11B3-5DE6-2391-1D6C-A1F91BED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FDCF44-32AE-ACA1-A9BC-ED3924DA8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64F587-5F7B-2AE3-DA60-1EF7A9FA2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D8FA68-6F70-2043-4F32-B2B8A1F6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F9B6D8-74AF-3F38-3C0A-DE2054A8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0025E7-7FBC-E3D8-C23A-1B51C81C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8258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512C7C-9D56-97B1-1C9F-89BB662F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B6B843-89AD-AA61-4A60-9657E01DF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DA235C-7254-C772-F369-B2C3597E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B21891-AA66-C567-8E13-1C187E86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C7E270-41DC-496C-4791-332902DD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59071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430553-454C-4432-05F2-7970F75F2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CF6E7E-5758-1A7B-7141-2F3241E4A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8B0EA-476E-0509-17FB-9B08C62C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6B6325-0B4D-495B-CD77-FFBCDEF6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9EDEAD-DDAF-EA8A-C67A-47C75079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4638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1ED760-D065-3D83-0959-76E0886A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EB5624-7183-04F7-62A6-707FC661B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2CA1A9-8941-2A57-3755-6BA50EF1B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DDD43-E945-449C-AB0F-B42DDA2E7CF4}" type="datetimeFigureOut">
              <a:rPr lang="fr-SN" smtClean="0"/>
              <a:t>30/03/2026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ED0231-EA7B-FCE7-C43F-4AE94127D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FDF074-AFEE-29CB-8588-D957AD679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7F9B4-52CA-40E1-B175-E03B6A1CF91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0109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DCD2AC-99F6-1890-D1B1-568EC3D11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12192001" cy="220418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/>
              <a:t>Pipeline météo automatisée pour l'agriculture (</a:t>
            </a:r>
            <a:r>
              <a:rPr lang="fr-FR" dirty="0" err="1"/>
              <a:t>AgriTech</a:t>
            </a:r>
            <a:r>
              <a:rPr lang="fr-FR" dirty="0"/>
              <a:t>)</a:t>
            </a:r>
            <a:endParaRPr lang="fr-S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9E73CA-FFB3-B2B3-E9B1-49F8AEEC5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04185"/>
            <a:ext cx="12192000" cy="4653815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SN" dirty="0"/>
              <a:t>Auteurs: Ousseynou Gaye &amp; Alioune Badara Ba</a:t>
            </a:r>
          </a:p>
          <a:p>
            <a:endParaRPr lang="fr-SN" dirty="0"/>
          </a:p>
          <a:p>
            <a:r>
              <a:rPr lang="fr-SN" dirty="0"/>
              <a:t>ISI Groupe</a:t>
            </a:r>
          </a:p>
          <a:p>
            <a:r>
              <a:rPr lang="fr-SN" dirty="0"/>
              <a:t>L3 Data Science</a:t>
            </a:r>
          </a:p>
          <a:p>
            <a:r>
              <a:rPr lang="fr-SN" dirty="0"/>
              <a:t>&amp; Big Data</a:t>
            </a:r>
          </a:p>
          <a:p>
            <a:endParaRPr lang="fr-SN" dirty="0"/>
          </a:p>
          <a:p>
            <a:pPr algn="l"/>
            <a:endParaRPr lang="fr-SN" dirty="0"/>
          </a:p>
          <a:p>
            <a:r>
              <a:rPr lang="fr-SN" sz="1800" dirty="0"/>
              <a:t>Année Académique: 2025-2026                                                                                                                          avec Mr LAM SABARANE</a:t>
            </a:r>
          </a:p>
          <a:p>
            <a:pPr algn="l"/>
            <a:endParaRPr lang="fr-S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F383A5-FAA5-F40D-C9AB-271AB03F067C}"/>
              </a:ext>
            </a:extLst>
          </p:cNvPr>
          <p:cNvSpPr/>
          <p:nvPr/>
        </p:nvSpPr>
        <p:spPr>
          <a:xfrm>
            <a:off x="7344076" y="2983832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61F3E-AAC6-857A-1679-951B775F67FC}"/>
              </a:ext>
            </a:extLst>
          </p:cNvPr>
          <p:cNvSpPr/>
          <p:nvPr/>
        </p:nvSpPr>
        <p:spPr>
          <a:xfrm>
            <a:off x="11357811" y="0"/>
            <a:ext cx="834189" cy="991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173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F7497-F637-7D9B-EEF1-FB49A6E159B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b="1" dirty="0"/>
              <a:t>CONTEXTE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671F6C-DB73-4D0F-64B2-CF62DE6658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66366"/>
            <a:ext cx="10515601" cy="45243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L'agriculture dépend fortement des conditions météorologiques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changements climatiques rendent les prévisions plus difficiles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agriculteurs manquent de données fiables en temps réel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Besoin d'un système automatisé pour suivre la météo </a:t>
            </a:r>
          </a:p>
        </p:txBody>
      </p:sp>
    </p:spTree>
    <p:extLst>
      <p:ext uri="{BB962C8B-B14F-4D97-AF65-F5344CB8AC3E}">
        <p14:creationId xmlns:p14="http://schemas.microsoft.com/office/powerpoint/2010/main" val="220854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38F77-C42D-6502-E15E-BA8F1A247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82562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2E66CE-6EF1-B9B9-087F-B46E9FD9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Objectif principal :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Mettre en place un pipeline météo automatisé 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  <a:p>
            <a:pPr lvl="2"/>
            <a:r>
              <a:rPr lang="fr-FR" sz="2400" b="1" dirty="0"/>
              <a:t>Objectifs spécifiques </a:t>
            </a:r>
            <a:r>
              <a:rPr lang="fr-FR" b="1" dirty="0"/>
              <a:t>:</a:t>
            </a:r>
          </a:p>
          <a:p>
            <a:pPr lvl="2"/>
            <a:endParaRPr lang="fr-FR" dirty="0"/>
          </a:p>
          <a:p>
            <a:pPr lvl="2">
              <a:buFontTx/>
              <a:buChar char="-"/>
            </a:pPr>
            <a:r>
              <a:rPr lang="fr-FR" dirty="0"/>
              <a:t>Collecte automatique </a:t>
            </a:r>
          </a:p>
          <a:p>
            <a:pPr lvl="2">
              <a:buFontTx/>
              <a:buChar char="-"/>
            </a:pPr>
            <a:endParaRPr lang="fr-FR" dirty="0"/>
          </a:p>
          <a:p>
            <a:pPr lvl="2">
              <a:buFontTx/>
              <a:buChar char="-"/>
            </a:pPr>
            <a:r>
              <a:rPr lang="fr-FR" dirty="0"/>
              <a:t>Traitement des données </a:t>
            </a:r>
          </a:p>
          <a:p>
            <a:pPr lvl="2">
              <a:buFontTx/>
              <a:buChar char="-"/>
            </a:pPr>
            <a:endParaRPr lang="fr-FR" dirty="0"/>
          </a:p>
          <a:p>
            <a:pPr marL="914400" lvl="2" indent="0">
              <a:buNone/>
            </a:pPr>
            <a:r>
              <a:rPr lang="fr-FR" dirty="0"/>
              <a:t>- Stockage et analyse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87263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A85C6-427F-BB88-830D-FA9E2124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159"/>
            <a:ext cx="12192000" cy="98551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ARCHITECTURE DU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76FBC-3B95-46ED-40FC-18C1FBBC3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5360"/>
            <a:ext cx="12192000" cy="5963919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r>
              <a:rPr lang="fr-SN" dirty="0" err="1"/>
              <a:t>EventBridge</a:t>
            </a:r>
            <a:r>
              <a:rPr lang="fr-SN" dirty="0"/>
              <a:t> </a:t>
            </a:r>
          </a:p>
          <a:p>
            <a:pPr marL="0" indent="0">
              <a:buNone/>
            </a:pPr>
            <a:r>
              <a:rPr lang="fr-SN" dirty="0"/>
              <a:t>     </a:t>
            </a:r>
          </a:p>
          <a:p>
            <a:r>
              <a:rPr lang="fr-SN" dirty="0"/>
              <a:t>Lambda (collecte)</a:t>
            </a:r>
          </a:p>
          <a:p>
            <a:pPr marL="0" indent="0">
              <a:buNone/>
            </a:pPr>
            <a:r>
              <a:rPr lang="fr-SN" dirty="0"/>
              <a:t>     </a:t>
            </a:r>
          </a:p>
          <a:p>
            <a:r>
              <a:rPr lang="fr-SN" dirty="0"/>
              <a:t>S3 (</a:t>
            </a:r>
            <a:r>
              <a:rPr lang="fr-SN" dirty="0" err="1"/>
              <a:t>raw</a:t>
            </a:r>
            <a:r>
              <a:rPr lang="fr-SN" dirty="0"/>
              <a:t>)</a:t>
            </a:r>
          </a:p>
          <a:p>
            <a:pPr marL="0" indent="0">
              <a:buNone/>
            </a:pPr>
            <a:r>
              <a:rPr lang="fr-SN" dirty="0"/>
              <a:t>      (trigger)</a:t>
            </a:r>
          </a:p>
          <a:p>
            <a:r>
              <a:rPr lang="fr-SN" dirty="0"/>
              <a:t>Lambda (traitement)</a:t>
            </a:r>
          </a:p>
          <a:p>
            <a:pPr marL="0" indent="0">
              <a:buNone/>
            </a:pPr>
            <a:r>
              <a:rPr lang="fr-SN" dirty="0"/>
              <a:t>     </a:t>
            </a:r>
          </a:p>
          <a:p>
            <a:r>
              <a:rPr lang="fr-SN" dirty="0" err="1"/>
              <a:t>DynamoDB</a:t>
            </a:r>
            <a:endParaRPr lang="fr-SN" dirty="0"/>
          </a:p>
          <a:p>
            <a:pPr marL="0" indent="0">
              <a:buNone/>
            </a:pPr>
            <a:r>
              <a:rPr lang="fr-SN" dirty="0"/>
              <a:t>     </a:t>
            </a:r>
          </a:p>
          <a:p>
            <a:r>
              <a:rPr lang="fr-SN" dirty="0"/>
              <a:t>Lambda (export)</a:t>
            </a:r>
          </a:p>
          <a:p>
            <a:pPr marL="0" indent="0">
              <a:buNone/>
            </a:pPr>
            <a:r>
              <a:rPr lang="fr-SN" dirty="0"/>
              <a:t>     </a:t>
            </a:r>
          </a:p>
          <a:p>
            <a:r>
              <a:rPr lang="fr-SN" dirty="0"/>
              <a:t>S3 (CSV)</a:t>
            </a:r>
          </a:p>
          <a:p>
            <a:endParaRPr lang="fr-SN" dirty="0"/>
          </a:p>
          <a:p>
            <a:r>
              <a:rPr lang="fr-SN" dirty="0" err="1"/>
              <a:t>CloudWatch</a:t>
            </a:r>
            <a:r>
              <a:rPr lang="fr-SN" dirty="0"/>
              <a:t>                     surveille Lambda</a:t>
            </a:r>
          </a:p>
          <a:p>
            <a:r>
              <a:rPr lang="fr-SN" dirty="0"/>
              <a:t>SNS           envoie alertes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BBE355F-A51E-C271-C3D5-0D6824DA2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88" y="975360"/>
            <a:ext cx="415594" cy="31496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923EE0C-7203-EA6A-67A1-A83D373B3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87" y="1612887"/>
            <a:ext cx="482625" cy="4826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D2D1D79-241D-8900-F13B-A8074EA8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87" y="3233382"/>
            <a:ext cx="482625" cy="48262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AEA5719-7D11-E636-908F-DAEB109F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142" y="4762489"/>
            <a:ext cx="482625" cy="48262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BE12E8A-2358-B9AA-24C2-BC1E8B947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174" y="2411701"/>
            <a:ext cx="476274" cy="45722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A300196-87D6-309B-AB0C-D80E71F5C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928" y="3989077"/>
            <a:ext cx="476274" cy="48262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837EEE0-F61A-37C3-5ED5-A7B1E9FA9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654" y="5228609"/>
            <a:ext cx="476274" cy="45722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465E791-3402-7B4F-E40A-7E2E2085A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877" y="5882640"/>
            <a:ext cx="495325" cy="476274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075CC0E-C684-D075-F0AD-F8090CF81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527" y="5882640"/>
            <a:ext cx="482625" cy="482625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C1C7E3CA-D252-DEED-AC4C-01939C7C8613}"/>
              </a:ext>
            </a:extLst>
          </p:cNvPr>
          <p:cNvCxnSpPr>
            <a:cxnSpLocks/>
          </p:cNvCxnSpPr>
          <p:nvPr/>
        </p:nvCxnSpPr>
        <p:spPr>
          <a:xfrm>
            <a:off x="413886" y="1290321"/>
            <a:ext cx="0" cy="322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1F415E5-0709-D674-2F22-16C897D3BC32}"/>
              </a:ext>
            </a:extLst>
          </p:cNvPr>
          <p:cNvCxnSpPr/>
          <p:nvPr/>
        </p:nvCxnSpPr>
        <p:spPr>
          <a:xfrm>
            <a:off x="413886" y="1992429"/>
            <a:ext cx="0" cy="419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8587DFCB-D785-824A-B55E-FFB1BE41F3D0}"/>
              </a:ext>
            </a:extLst>
          </p:cNvPr>
          <p:cNvCxnSpPr/>
          <p:nvPr/>
        </p:nvCxnSpPr>
        <p:spPr>
          <a:xfrm>
            <a:off x="413886" y="2657168"/>
            <a:ext cx="0" cy="442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FC2BA3C-CC2E-D91C-0ECE-A0342BDFEBDD}"/>
              </a:ext>
            </a:extLst>
          </p:cNvPr>
          <p:cNvCxnSpPr>
            <a:cxnSpLocks/>
          </p:cNvCxnSpPr>
          <p:nvPr/>
        </p:nvCxnSpPr>
        <p:spPr>
          <a:xfrm>
            <a:off x="404260" y="3495307"/>
            <a:ext cx="9626" cy="308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CFF3CB99-9B61-D5CA-A742-66A61A85E1EF}"/>
              </a:ext>
            </a:extLst>
          </p:cNvPr>
          <p:cNvCxnSpPr/>
          <p:nvPr/>
        </p:nvCxnSpPr>
        <p:spPr>
          <a:xfrm>
            <a:off x="413886" y="4244741"/>
            <a:ext cx="0" cy="22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576F5780-29DE-C553-F038-9609BE80529D}"/>
              </a:ext>
            </a:extLst>
          </p:cNvPr>
          <p:cNvCxnSpPr/>
          <p:nvPr/>
        </p:nvCxnSpPr>
        <p:spPr>
          <a:xfrm>
            <a:off x="413886" y="4947385"/>
            <a:ext cx="0" cy="281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EADFBD4B-CFF0-C334-3563-0747E63D551B}"/>
              </a:ext>
            </a:extLst>
          </p:cNvPr>
          <p:cNvCxnSpPr/>
          <p:nvPr/>
        </p:nvCxnSpPr>
        <p:spPr>
          <a:xfrm>
            <a:off x="-404261" y="5245114"/>
            <a:ext cx="0" cy="39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èche : droite 39">
            <a:extLst>
              <a:ext uri="{FF2B5EF4-FFF2-40B4-BE49-F238E27FC236}">
                <a16:creationId xmlns:a16="http://schemas.microsoft.com/office/drawing/2014/main" id="{125724F8-73A9-EAF8-55B8-383EA901B2E9}"/>
              </a:ext>
            </a:extLst>
          </p:cNvPr>
          <p:cNvSpPr/>
          <p:nvPr/>
        </p:nvSpPr>
        <p:spPr>
          <a:xfrm>
            <a:off x="2456142" y="6150543"/>
            <a:ext cx="482625" cy="103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87D521B7-2097-C535-E64B-6079DC6CA620}"/>
              </a:ext>
            </a:extLst>
          </p:cNvPr>
          <p:cNvSpPr/>
          <p:nvPr/>
        </p:nvSpPr>
        <p:spPr>
          <a:xfrm>
            <a:off x="789368" y="6495447"/>
            <a:ext cx="477570" cy="138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6448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3AAA3-05C6-B080-2646-225B212E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3203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FONCTIONNEMENT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8DA519-8C37-63F6-D5CB-30BEEB1F2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2034"/>
            <a:ext cx="12192000" cy="5625966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fr-SN" dirty="0"/>
              <a:t>1- </a:t>
            </a:r>
            <a:r>
              <a:rPr lang="fr-FR" dirty="0"/>
              <a:t>Collecte des données météo via API</a:t>
            </a:r>
          </a:p>
          <a:p>
            <a:endParaRPr lang="fr-FR" dirty="0"/>
          </a:p>
          <a:p>
            <a:r>
              <a:rPr lang="fr-FR" dirty="0"/>
              <a:t>2- Stockage des données brutes dans S3</a:t>
            </a:r>
          </a:p>
          <a:p>
            <a:endParaRPr lang="fr-FR" dirty="0"/>
          </a:p>
          <a:p>
            <a:r>
              <a:rPr lang="fr-FR" dirty="0"/>
              <a:t>3- </a:t>
            </a:r>
            <a:r>
              <a:rPr lang="fr-SN" dirty="0"/>
              <a:t>Traitement automatique des données</a:t>
            </a:r>
            <a:endParaRPr lang="fr-FR" dirty="0"/>
          </a:p>
          <a:p>
            <a:endParaRPr lang="fr-FR" dirty="0"/>
          </a:p>
          <a:p>
            <a:r>
              <a:rPr lang="fr-FR" dirty="0"/>
              <a:t>4- </a:t>
            </a:r>
            <a:r>
              <a:rPr lang="fr-SN" dirty="0"/>
              <a:t>Stockage dans </a:t>
            </a:r>
            <a:r>
              <a:rPr lang="fr-SN" dirty="0" err="1"/>
              <a:t>DynamoDB</a:t>
            </a:r>
            <a:endParaRPr lang="fr-FR" dirty="0"/>
          </a:p>
          <a:p>
            <a:endParaRPr lang="fr-FR" dirty="0"/>
          </a:p>
          <a:p>
            <a:r>
              <a:rPr lang="fr-FR" dirty="0"/>
              <a:t>5- Exportation automatique en format CSV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17041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96963E-F638-73CA-F472-6D25315D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7641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TECHNOLOGIES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A4007F-0B9B-0FB3-1959-8389023A7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6413"/>
            <a:ext cx="12192000" cy="5481586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fr-SN" dirty="0"/>
              <a:t>AWS LAMBDA</a:t>
            </a:r>
          </a:p>
          <a:p>
            <a:endParaRPr lang="fr-SN" dirty="0"/>
          </a:p>
          <a:p>
            <a:r>
              <a:rPr lang="fr-SN" dirty="0"/>
              <a:t>Amazone S3 </a:t>
            </a:r>
          </a:p>
          <a:p>
            <a:endParaRPr lang="fr-SN" dirty="0"/>
          </a:p>
          <a:p>
            <a:r>
              <a:rPr lang="fr-SN" dirty="0"/>
              <a:t>Amazon </a:t>
            </a:r>
            <a:r>
              <a:rPr lang="fr-SN" dirty="0" err="1"/>
              <a:t>DynamoDB</a:t>
            </a:r>
            <a:endParaRPr lang="fr-SN" dirty="0"/>
          </a:p>
          <a:p>
            <a:endParaRPr lang="fr-SN" dirty="0"/>
          </a:p>
          <a:p>
            <a:r>
              <a:rPr lang="fr-SN" dirty="0"/>
              <a:t>Amazon </a:t>
            </a:r>
            <a:r>
              <a:rPr lang="fr-SN" dirty="0" err="1"/>
              <a:t>EventBridge</a:t>
            </a:r>
            <a:endParaRPr lang="fr-SN" dirty="0"/>
          </a:p>
          <a:p>
            <a:endParaRPr lang="fr-SN" dirty="0"/>
          </a:p>
          <a:p>
            <a:r>
              <a:rPr lang="fr-SN" dirty="0"/>
              <a:t>Amazon </a:t>
            </a:r>
            <a:r>
              <a:rPr lang="fr-SN" dirty="0" err="1"/>
              <a:t>CloudWatch</a:t>
            </a:r>
            <a:endParaRPr lang="fr-SN" dirty="0"/>
          </a:p>
          <a:p>
            <a:endParaRPr lang="fr-SN" dirty="0"/>
          </a:p>
          <a:p>
            <a:r>
              <a:rPr lang="fr-SN" dirty="0"/>
              <a:t>  Python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C5BEF0-FE50-BAED-BC38-C6D09049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733" y="1376413"/>
            <a:ext cx="482625" cy="4826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55A619E-597B-94E4-406C-143DC1B7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73" y="2392451"/>
            <a:ext cx="476274" cy="4572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6CEBD37-1EB7-EAEC-DC2F-A746A170A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98" y="3429000"/>
            <a:ext cx="476274" cy="4826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BFE7CDC-5B91-D541-ECD1-A104DFEC4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598" y="4469331"/>
            <a:ext cx="536954" cy="48262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57CACB3-3DA2-F905-8BE4-DC798DBFF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227" y="5352974"/>
            <a:ext cx="495325" cy="4762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E297212-607D-30B1-4D9B-71ACAD158E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093" y="5955925"/>
            <a:ext cx="885525" cy="57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7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8B75C-67C0-1E1E-0E52-81C4A9A45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7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DONNEES DYNAMODB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71B43C7-DC3F-A2F9-839B-F8B153729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618" y="2487267"/>
            <a:ext cx="5982007" cy="4000706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2537FE3-ACCE-ECA3-58B8-F015614C68D3}"/>
              </a:ext>
            </a:extLst>
          </p:cNvPr>
          <p:cNvSpPr txBox="1"/>
          <p:nvPr/>
        </p:nvSpPr>
        <p:spPr>
          <a:xfrm>
            <a:off x="3051209" y="1186229"/>
            <a:ext cx="61024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Données distribuées dans </a:t>
            </a:r>
            <a:r>
              <a:rPr lang="fr-FR" sz="2000" b="1" dirty="0" err="1"/>
              <a:t>DynamoDB</a:t>
            </a:r>
            <a:endParaRPr lang="fr-FR" sz="2000" dirty="0"/>
          </a:p>
          <a:p>
            <a:r>
              <a:rPr lang="fr-FR" dirty="0"/>
              <a:t>- Données météorologiques disponibles en temps réel pour plusieurs villes </a:t>
            </a:r>
          </a:p>
        </p:txBody>
      </p:sp>
    </p:spTree>
    <p:extLst>
      <p:ext uri="{BB962C8B-B14F-4D97-AF65-F5344CB8AC3E}">
        <p14:creationId xmlns:p14="http://schemas.microsoft.com/office/powerpoint/2010/main" val="1014269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FA5D7-AEFD-96A4-41CC-6D4BAE6D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7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CLOUDWATCH (SURVEILLANCE)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82FF081-E225-6E71-283C-972EAA89A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729" y="3004827"/>
            <a:ext cx="4788146" cy="3321221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52D3788-12D4-FD60-2F20-71712915C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641" y="3115227"/>
            <a:ext cx="4724643" cy="290209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ECFF3B7-3407-94D8-7469-CA5C2792464B}"/>
              </a:ext>
            </a:extLst>
          </p:cNvPr>
          <p:cNvSpPr txBox="1"/>
          <p:nvPr/>
        </p:nvSpPr>
        <p:spPr>
          <a:xfrm>
            <a:off x="3549315" y="1254153"/>
            <a:ext cx="609760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Surveillance avec </a:t>
            </a:r>
            <a:r>
              <a:rPr lang="fr-FR" sz="2000" b="1" dirty="0" err="1"/>
              <a:t>CloudWatch</a:t>
            </a: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Surveillance des fonctions Lambda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Détection des erreurs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Alertes envoyées via SNS</a:t>
            </a:r>
          </a:p>
        </p:txBody>
      </p:sp>
    </p:spTree>
    <p:extLst>
      <p:ext uri="{BB962C8B-B14F-4D97-AF65-F5344CB8AC3E}">
        <p14:creationId xmlns:p14="http://schemas.microsoft.com/office/powerpoint/2010/main" val="169678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5A4EE-9B0F-FE3B-DA68-8DBB462F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529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RÉSULTATS (GRAPHIQUE)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747B50-FCBB-515F-48CC-D6CFADE32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2900"/>
            <a:ext cx="12192000" cy="5905099"/>
          </a:xfrm>
        </p:spPr>
        <p:txBody>
          <a:bodyPr/>
          <a:lstStyle/>
          <a:p>
            <a:r>
              <a:rPr lang="fr-FR" b="1" dirty="0"/>
              <a:t>Comparaison des températures par zone agricole</a:t>
            </a:r>
          </a:p>
          <a:p>
            <a:endParaRPr lang="fr-FR" b="1" dirty="0"/>
          </a:p>
          <a:p>
            <a:endParaRPr lang="fr-S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BC2B09-B89F-971A-089F-4B776D3F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31" y="1568918"/>
            <a:ext cx="8431730" cy="340734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54DEB2E-A934-40EF-1A30-FB43D69C01EA}"/>
              </a:ext>
            </a:extLst>
          </p:cNvPr>
          <p:cNvSpPr txBox="1"/>
          <p:nvPr/>
        </p:nvSpPr>
        <p:spPr>
          <a:xfrm>
            <a:off x="1280160" y="5272238"/>
            <a:ext cx="10094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On observe des variations significatives entre les zones côtières (Dakar) et les zones continentales (Bamako), crucial pour la gestion de l'irrigation.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57767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99CA3-76F4-4EBE-9D49-FFF7D35B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001"/>
            <a:ext cx="12192000" cy="109727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SN" dirty="0"/>
              <a:t>CONCLUSION ET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15E0E8-A485-5832-6E36-7D177364C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0278"/>
            <a:ext cx="12192000" cy="583772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r>
              <a:rPr lang="fr-FR" b="1" dirty="0"/>
              <a:t>1. Un Pipeline Automatisé et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Réussite technique :</a:t>
            </a:r>
            <a:r>
              <a:rPr lang="fr-FR" dirty="0"/>
              <a:t> Mise en place d'une architecture </a:t>
            </a:r>
            <a:r>
              <a:rPr lang="fr-FR" b="1" dirty="0" err="1"/>
              <a:t>Serverless</a:t>
            </a:r>
            <a:r>
              <a:rPr lang="fr-FR" dirty="0"/>
              <a:t> (AWS Lambda, S3, </a:t>
            </a:r>
            <a:r>
              <a:rPr lang="fr-FR" dirty="0" err="1"/>
              <a:t>DynamoDB</a:t>
            </a:r>
            <a:r>
              <a:rPr lang="fr-FR" dirty="0"/>
              <a:t>) qui élimine le besoin de gérer des serveurs physiques.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Fiabilité :</a:t>
            </a:r>
            <a:r>
              <a:rPr lang="fr-FR" dirty="0"/>
              <a:t> Collecte et traitement en temps réel sans intervention humaine grâce aux déclencheurs </a:t>
            </a:r>
            <a:r>
              <a:rPr lang="fr-FR" b="1" dirty="0" err="1"/>
              <a:t>EventBridge</a:t>
            </a:r>
            <a:r>
              <a:rPr lang="fr-FR" dirty="0"/>
              <a:t> et </a:t>
            </a:r>
            <a:r>
              <a:rPr lang="fr-FR" b="1" dirty="0"/>
              <a:t>S3 Triggers</a:t>
            </a:r>
            <a:r>
              <a:rPr lang="fr-FR" dirty="0"/>
              <a:t>.</a:t>
            </a:r>
          </a:p>
          <a:p>
            <a:r>
              <a:rPr lang="fr-FR" b="1" dirty="0"/>
              <a:t>2. Impact pour l'Agriculture (</a:t>
            </a:r>
            <a:r>
              <a:rPr lang="fr-FR" b="1" dirty="0" err="1"/>
              <a:t>AgriTech</a:t>
            </a:r>
            <a:r>
              <a:rPr lang="fr-FR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Aide à la décision :</a:t>
            </a:r>
            <a:r>
              <a:rPr lang="fr-FR" dirty="0"/>
              <a:t> Transformation de données brutes complexes en informations exploitables (température, humidité) pour optimiser les semis et l'irrigation.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Accessibilité :</a:t>
            </a:r>
            <a:r>
              <a:rPr lang="fr-FR" dirty="0"/>
              <a:t> Centralisation des données météo de plusieurs zones clés (Dakar, Bamako, Abidjan) sur une seule plateforme.</a:t>
            </a:r>
          </a:p>
          <a:p>
            <a:r>
              <a:rPr lang="fr-FR" b="1" dirty="0"/>
              <a:t>3. Perspectives d'évolution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Intelligence Artificielle :</a:t>
            </a:r>
            <a:r>
              <a:rPr lang="fr-FR" dirty="0"/>
              <a:t> Intégrer des modèles de Machine Learning pour prédire les périodes de sécheresse ou de pluviométrie.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Visualisation Avancée :</a:t>
            </a:r>
            <a:r>
              <a:rPr lang="fr-FR" dirty="0"/>
              <a:t> Créer un tableau de bord interactif (Dashboard) pour une lecture encore plus intuitive par les agriculteurs.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7933806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396</Words>
  <Application>Microsoft Office PowerPoint</Application>
  <PresentationFormat>Grand écran</PresentationFormat>
  <Paragraphs>98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Pipeline météo automatisée pour l'agriculture (AgriTech)</vt:lpstr>
      <vt:lpstr>CONTEXTE</vt:lpstr>
      <vt:lpstr>OBJECTIFS</vt:lpstr>
      <vt:lpstr>ARCHITECTURE DU SYSTÈME</vt:lpstr>
      <vt:lpstr>FONCTIONNEMENT</vt:lpstr>
      <vt:lpstr>TECHNOLOGIES</vt:lpstr>
      <vt:lpstr>DONNEES DYNAMODB</vt:lpstr>
      <vt:lpstr>CLOUDWATCH (SURVEILLANCE)</vt:lpstr>
      <vt:lpstr>RÉSULTATS (GRAPHIQUE)</vt:lpstr>
      <vt:lpstr>CONCLUSION ET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météo automatisée pour l'agriculture (AgriTech)</dc:title>
  <dc:creator>ousseynou gaye</dc:creator>
  <cp:lastModifiedBy>ousseynou gaye</cp:lastModifiedBy>
  <cp:revision>3</cp:revision>
  <dcterms:created xsi:type="dcterms:W3CDTF">2026-03-30T13:50:53Z</dcterms:created>
  <dcterms:modified xsi:type="dcterms:W3CDTF">2026-03-30T22:11:41Z</dcterms:modified>
</cp:coreProperties>
</file>